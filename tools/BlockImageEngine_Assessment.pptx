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Block-Image MMO Engine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Architecture Assessment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30175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3017520"/>
            <a:ext cx="22860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310896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429000"/>
            <a:ext cx="21214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coherent architecture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30175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3017520"/>
            <a:ext cx="22860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310896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3048" y="3429000"/>
            <a:ext cx="21214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· Competitive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Execution validation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30175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3017520"/>
            <a:ext cx="2286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310896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Verdict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39128" y="3429000"/>
            <a:ext cx="21214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idea. Real risks.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ahead.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v0.1  ·  Research Stage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Concept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Array IS the World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DB → chunk cache → streaming middleware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→ DB query → deserialise → send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= frame stall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state scattered across layers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+ DB + engine all have opinions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1E2B4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Block-Image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 = world. No middleware layer.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→ arithmetic offset → direct I/O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O(1), branch-free, integer-only lookup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page boundaries = chunk boundaries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of storage = physics of the world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offset(x, y, z)  =  (z × WORLD_X × WORLD_Y  +  y × WORLD_X  +  x)  ×  BLOCK_SIZE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Size: The Math vs Star Citizen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flat block-image storage footprint to real-filesystem MMO approaches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Engine (Block Image)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Citizen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Filesystem MMO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bytes / block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(streamed assets)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4KB–64KB chunks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dims (small)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64×64×64 = 262,144 blocks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Planets 1:1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Instance-based zones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world image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MB flat image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(asset bundles)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~50–500 MB per zone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MMO scale (10 TB ceiling)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640B×640B×640B blocks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~42 billion blocks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solar systems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(petabytes of assets)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100K+ files, distributed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offset — 1 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manager + CDN + cache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lookup + DB query + cache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miss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latency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Multi-layer (CPU+RAM+disk)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query + deserialization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TB ceiling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~625 billion blocks @ 16B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 PB of raw assets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with sharding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10 TB = 10,000,000,000,000 bytes ÷ 16 bytes/block = 625,000,000,000 blocks addressable. At 64×64 ground footprint = a world ~152,000 km on a side at 1 block/m resolution.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Volume: Flat Image vs Real Filesystem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868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Block-Image Engine (This Project)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261872"/>
            <a:ext cx="3931920" cy="402336"/>
          </a:xfrm>
          <a:prstGeom prst="rect">
            <a:avLst/>
          </a:prstGeom>
          <a:solidFill>
            <a:srgbClr val="1E2B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984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World: 10 TB flat image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029968" y="1298448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625 B blocks × 16 bytes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1709928"/>
            <a:ext cx="3931920" cy="402336"/>
          </a:xfrm>
          <a:prstGeom prst="rect">
            <a:avLst/>
          </a:prstGeom>
          <a:solidFill>
            <a:srgbClr val="1A22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74650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29968" y="1746504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arithmetic expression — O(1)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2157984"/>
            <a:ext cx="3931920" cy="402336"/>
          </a:xfrm>
          <a:prstGeom prst="rect">
            <a:avLst/>
          </a:prstGeom>
          <a:solidFill>
            <a:srgbClr val="1E2B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945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pattern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29968" y="2194560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NVMe reads = hardware-optimal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2606040"/>
            <a:ext cx="3931920" cy="402336"/>
          </a:xfrm>
          <a:prstGeom prst="rect">
            <a:avLst/>
          </a:prstGeom>
          <a:solidFill>
            <a:srgbClr val="1A22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64261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29968" y="264261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16×16×16 = NVMe page boundary. Zero waste.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" y="3054096"/>
            <a:ext cx="3931920" cy="402336"/>
          </a:xfrm>
          <a:prstGeom prst="rect">
            <a:avLst/>
          </a:prstGeom>
          <a:solidFill>
            <a:srgbClr val="1E2B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906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overhead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29968" y="3090672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Near-zero. No inode, no path table, no journal.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3502152"/>
            <a:ext cx="3931920" cy="402336"/>
          </a:xfrm>
          <a:prstGeom prst="rect">
            <a:avLst/>
          </a:prstGeom>
          <a:solidFill>
            <a:srgbClr val="1A22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387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29968" y="3538728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journal + checksum. Block-level replay.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3950208"/>
            <a:ext cx="3931920" cy="402336"/>
          </a:xfrm>
          <a:prstGeom prst="rect">
            <a:avLst/>
          </a:prstGeom>
          <a:solidFill>
            <a:srgbClr val="1E2B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8678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limit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29968" y="3986784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array size. 10 TB → single device or RAID.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4398264"/>
            <a:ext cx="3931920" cy="402336"/>
          </a:xfrm>
          <a:prstGeom prst="rect">
            <a:avLst/>
          </a:prstGeom>
          <a:solidFill>
            <a:srgbClr val="1A22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4348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needed?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29968" y="4434840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Block device layer only. OS FS bypassed.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804672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18888" y="868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Filesystem MMO Engine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18888" y="1261872"/>
            <a:ext cx="3931920" cy="402336"/>
          </a:xfrm>
          <a:prstGeom prst="rect">
            <a:avLst/>
          </a:prstGeom>
          <a:solidFill>
            <a:srgbClr val="1E2B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12984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storage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64808" y="1298448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chunk files or sharded DB tables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18888" y="1709928"/>
            <a:ext cx="3931920" cy="402336"/>
          </a:xfrm>
          <a:prstGeom prst="rect">
            <a:avLst/>
          </a:prstGeom>
          <a:solidFill>
            <a:srgbClr val="1A22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174650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64808" y="1746504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lookup → inode → data block (3–5 ops min)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18888" y="2157984"/>
            <a:ext cx="3931920" cy="402336"/>
          </a:xfrm>
          <a:prstGeom prst="rect">
            <a:avLst/>
          </a:prstGeom>
          <a:solidFill>
            <a:srgbClr val="1E2B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21945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pattern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64808" y="2194560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access, VFS overhead per read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18888" y="2606040"/>
            <a:ext cx="3931920" cy="402336"/>
          </a:xfrm>
          <a:prstGeom prst="rect">
            <a:avLst/>
          </a:prstGeom>
          <a:solidFill>
            <a:srgbClr val="1A22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264261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64808" y="264261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block (4KB–64KB). Significant waste for small chunks.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18888" y="3054096"/>
            <a:ext cx="3931920" cy="402336"/>
          </a:xfrm>
          <a:prstGeom prst="rect">
            <a:avLst/>
          </a:prstGeom>
          <a:solidFill>
            <a:srgbClr val="1E2B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30906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overhead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64808" y="3090672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High. inode per file × millions of files = GB of metadata.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18888" y="3502152"/>
            <a:ext cx="3931920" cy="402336"/>
          </a:xfrm>
          <a:prstGeom prst="rect">
            <a:avLst/>
          </a:prstGeom>
          <a:solidFill>
            <a:srgbClr val="1A22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35387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64808" y="3538728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transaction log + FS journal = two recovery systems.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18888" y="3950208"/>
            <a:ext cx="3931920" cy="402336"/>
          </a:xfrm>
          <a:prstGeom prst="rect">
            <a:avLst/>
          </a:prstGeom>
          <a:solidFill>
            <a:srgbClr val="1E2B4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398678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limit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64808" y="3986784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the world across servers. Complex orchestration.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18888" y="4398264"/>
            <a:ext cx="3931920" cy="402336"/>
          </a:xfrm>
          <a:prstGeom prst="rect">
            <a:avLst/>
          </a:prstGeom>
          <a:solidFill>
            <a:srgbClr val="1A2236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73752" y="44348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needed?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64808" y="4434840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Entire ecosystem built on it.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flat block image trades filesystem flexibility for hardware-optimal sequential I/O and zero-cost addressing — a valid trade-off for a geometry-heavy MMO world if the entire world fits the storage ceiling.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What You Actually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777240"/>
            <a:ext cx="2743200" cy="658368"/>
          </a:xfrm>
          <a:prstGeom prst="roundRect">
            <a:avLst>
              <a:gd name="adj" fmla="val 12500"/>
            </a:avLst>
          </a:prstGeom>
          <a:solidFill>
            <a:srgbClr val="1A2236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91840" y="841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Engine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91840" y="1106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world_gen · run_server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writes originate here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0" y="1691640"/>
            <a:ext cx="5120640" cy="685800"/>
          </a:xfrm>
          <a:prstGeom prst="roundRect">
            <a:avLst>
              <a:gd name="adj" fmla="val 12000"/>
            </a:avLst>
          </a:prstGeom>
          <a:solidFill>
            <a:srgbClr val="1A2236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17556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ResilientStore  (Array A)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2020824"/>
            <a:ext cx="4937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→ SparseBlockStore → ReplicationManager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· Quorum · SHA-256 checksums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236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807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SparseBlockStore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zlib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· LRU eviction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bounds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236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807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ReplicationManager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07238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to N nodes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enforcement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entry log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1A223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RenderStore  (Array B)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02082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Async ingest from Array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write-path contention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651760" cy="804672"/>
          </a:xfrm>
          <a:prstGeom prst="roundRect">
            <a:avLst>
              <a:gd name="adj" fmla="val 10227"/>
            </a:avLst>
          </a:prstGeom>
          <a:solidFill>
            <a:srgbClr val="1A223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2807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RenderFeed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30723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Delta-only · 20 Hz per client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View-frustum block set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236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EntitySidecar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1513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64-byte slots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from geometry writes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 by entity_id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3822192"/>
            <a:ext cx="2743200" cy="804672"/>
          </a:xfrm>
          <a:prstGeom prst="roundRect">
            <a:avLst>
              <a:gd name="adj" fmla="val 10227"/>
            </a:avLst>
          </a:prstGeom>
          <a:solidFill>
            <a:srgbClr val="1A223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MirrorHealthMonitor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41513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tracking A→B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WARNING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DEGRADED / OFFLINE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0" y="3822192"/>
            <a:ext cx="2651760" cy="804672"/>
          </a:xfrm>
          <a:prstGeom prst="roundRect">
            <a:avLst>
              <a:gd name="adj" fmla="val 10227"/>
            </a:avLst>
          </a:prstGeom>
          <a:solidFill>
            <a:srgbClr val="1A2236"/>
          </a:solidFill>
          <a:ln w="19050">
            <a:solidFill>
              <a:srgbClr val="8B9EC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3886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1513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RenderDelta consumer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transport-agnostic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 Have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reference implementation that demonstrates real engineering capability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48132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7218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architectural thinking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14813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Two-array design separates mutation from render I/O. Write-path never stalls read-path. Proven pattern in storage systems.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48132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47218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30368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world addressing implemented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0368" y="14813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block_offset() — branch-free, integer-only, NVMe-aligned. The core identity of the engine actually works.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779776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77063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write path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27797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journal → local write → read-back verify → quorum replication → commit. Block state machine (PENDING→CLEAN→REPLICATED).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95728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779776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77063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Silent-corruption impossible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7797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on every block write + verify on every read. ChecksumMismatchError triggers auto-recovery from replica.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694176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4078224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06908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" y="3785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Entity/geometry separation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40782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EntitySidecar is independent of geometry image. High-frequency entity ticks don't destroy sequential read patterns.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94176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4078224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406908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0368" y="3785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Systems-level code quality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40782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WAL, zlib compression, LRU eviction, quorum enforcement, mirror health monitoring — production patterns, not toy code.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Validation — You Don't Have This Yet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" y="914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anyone pay for this?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pricing discovery done. No studio conversations. No willingness-to-pay data.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17043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Talk to 10 indie + 3 AA studios. Present the concept. Ask what their storage/streaming budget is today.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194767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game studios actually need this?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2199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Unknown. Most studios use Unity/UE which solve streaming differently. The problem this solves may not be their felt pain.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222199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Validate whether storage-layer I/O is actually a bottleneck for studios — or if CPU/GPU are the real constraints.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solve a real problem they have?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2735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The open-world streaming problem is real. Whether this specific approach is the solution studios want is unvalidated.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2735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Find studios building large procedural worlds (survival MMOs, minecraft-style). They feel this pain most acutely.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7764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069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240" y="40507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integrate it into their workflow?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325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SDK. No Unity/Unreal plugin. No migration path from existing engines. Integration cost is unknown but likely high.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4325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Build a thin integration shim for one target engine. Prove the I/O layer can plug in without rewriting the game.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Validation — You Don't Have This Yet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069080" cy="4114800"/>
          </a:xfrm>
          <a:prstGeom prst="roundRect">
            <a:avLst>
              <a:gd name="adj" fmla="val 2247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503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better than existing engines?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Nanite + World Partition is mature. Unity DOTS is proven. Your answer needs benchmarks, not theory.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24323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competitors replicate it?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706624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O(1) offset arithmetic is a single expression. Any engine could add this. Moat depends on the full system: quorum, dual-array, crash recovery.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36027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defensible IP?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877056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 may not be patentable — direct-mapped storage is known in OS design. The defensible layer is implementation depth and ecosystem.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777240"/>
            <a:ext cx="4251960" cy="4114800"/>
          </a:xfrm>
          <a:prstGeom prst="roundRect">
            <a:avLst>
              <a:gd name="adj" fmla="val 2222"/>
            </a:avLst>
          </a:prstGeom>
          <a:solidFill>
            <a:srgbClr val="1E2B4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8503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261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78040" y="12618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51790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Nanite + World Partition. Mature. Huge studio buy-in. Hard to displace.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1762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(DOTS)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8040" y="2176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43230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Data-oriented, high-perf. Large ecosystem. Improving rapidly.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3090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engines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(Mojang, Star Citizen)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8040" y="3090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shows market need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34670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studios build their own when existing engines fail at scale.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4005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SDK / O3DE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40050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426110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large-world tooling. Less adoption but exists.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Validation — You Don't Have This Yet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8595360" cy="969264"/>
          </a:xfrm>
          <a:prstGeom prst="roundRect">
            <a:avLst>
              <a:gd name="adj" fmla="val 7547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" y="896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874520" y="8778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actually ship a game with this?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7472" y="1207008"/>
            <a:ext cx="8394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physics integration. No GPU pipeline. No asset pipeline. No scripting layer. No audio. No UI toolkit. The storage layer is one of ~20 systems a game engine needs. The prototype proves the I/O concept but cannot render a single frame.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0896" y="859536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47088"/>
            <a:ext cx="8595360" cy="969264"/>
          </a:xfrm>
          <a:prstGeom prst="roundRect">
            <a:avLst>
              <a:gd name="adj" fmla="val 7547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938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 — not proven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74520" y="1920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with real graphics pipelines?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249424"/>
            <a:ext cx="8394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io_uring and O_DIRECT are stubbed. RenderFeed delivers block deltas over an abstract transport — but the actual GPU upload path (vertex buffers, texture streaming, draw calls) is undefined. Hardware integration is the next hard problem.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" y="190195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6B35">
              <a:alpha val="2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89504"/>
            <a:ext cx="8595360" cy="969264"/>
          </a:xfrm>
          <a:prstGeom prst="roundRect">
            <a:avLst>
              <a:gd name="adj" fmla="val 7547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29809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74520" y="29626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handle actual player data at scale?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" y="3291840"/>
            <a:ext cx="8394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EntitySidecar uses linear scan for entities_near() — explicit caveat in design notes. Works for small entity counts. A production MMO with 10,000 concurrent players per region needs R-tree or spatial hash. Not yet implemented.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" y="294436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F6B35">
              <a:alpha val="2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31920"/>
            <a:ext cx="8595360" cy="969264"/>
          </a:xfrm>
          <a:prstGeom prst="roundRect">
            <a:avLst>
              <a:gd name="adj" fmla="val 7547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0233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it — untested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74520" y="4005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survive real-world conditions?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" y="4334256"/>
            <a:ext cx="8394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recovery, quorum replication, and checksum integrity are all implemented. BUT: no network transport exists yet. The replication callback is a stub. Real NVMe performance benchmarks against the flat image don't exist. Durability proofs are theoretical.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0896" y="398678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Good Idea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29768" y="896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finally ready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" y="128016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Gen 5 delivers 12+ GB/s sequential read. Modern NVMe SSDs have microsecond latency. The block-image model's sequential I/O pattern is perfectly matched to hardware that didn't exist 10 years ago.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896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91440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 and painful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28016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large-scale MMO studio has rebuilt streaming middleware. Star Citizen spent years on their streaming tech. Mojang built Bedrock's chunk system from scratch. This problem genuinely needs a better answer.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2313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Zero-abstraction addressing is genuinely novel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269748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the coordinate→DB→chunk→cache chain isn't just optimization — it's a conceptual simplification. Fewer layers = fewer failure modes = simpler crash recovery proofs.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2313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33172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are correct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269748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Dual-array write/read separation is used in real storage systems (write-optimized LSM vs read-optimized compacted stores). Quorum replication and SHA-256 integrity are battle-tested patterns applied correctly.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730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demo signal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411480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dual-array prototype with crash recovery, quorum, and 20 Hz render feed — built solo — demonstrates the kind of systems thinking that game engine companies actively hire for.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3730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374904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 games are a growth market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411480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MMOs, procedural worlds, and persistent-world games are the fastest-growing segment. The market problem is growing toward this solution.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Also a Bad Idea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29768" y="896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building an engine, not a game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" y="128016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studios need tools to ship titles, not storage research. Most will not adopt an unproven engine with no ecosystem, no documentation, no community, and no shipped game as proof.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896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91440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ceiling is a hard wall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28016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TB sounds large but a full 1:1 scale planet with sub-meter resolution needs exabytes. At 16 bytes/block with 1m resolution, Earth's surface is ~510 TB of geometry blocks alone. The model breaks at true planetary scale.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2313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graphics pipeline = not a game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269748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cannot render a frame. There is no GPU upload path, no shader system, no material pipeline. Bridging the I/O layer to a real renderer (Vulkan, Metal, DX12) is a multi-year project.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2313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33172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is the bottleneck, not the block device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269748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SparseBlockStore uses SQLite as the backing store. SQLite's write lock is a single-writer bottleneck. The vision of direct NVMe block I/O is not what the prototype actually does — it goes through SQLite.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730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entity scan won't survive production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411480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entities_near() is explicitly a linear scan. At 10,000 concurrent players, this is O(N) every tick at 20 Hz = 200,000 scans/second. This is a known gap but it's a fundamental architecture change to fix, not a bugfix.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2236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3730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3749040"/>
            <a:ext cx="3611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transport is completely unimplemented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411480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replication sync_callback is a user-supplied stub. No actual network protocol, no MMO-scale session management, no anti-cheat surface, no player auth — all of these are separate multi-year projects.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Requirements &amp; Constraints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069080" cy="4114800"/>
          </a:xfrm>
          <a:prstGeom prst="roundRect">
            <a:avLst>
              <a:gd name="adj" fmla="val 2247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8503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to Actually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1261872"/>
            <a:ext cx="3822192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SSD array (not spinning disk, not SAN)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dims fixed at init — resizing requires rewriting the entire image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max_blocks must match flat image geometry exactly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requires ≥ 3 nodes for N=2 replica guarantee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 and Array B on separate physical devices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spatial queries must be replaced before &gt;1K players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sync_callback must supply real network transport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 (16 bytes) is baked into the format — not runtime-configurable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mode — cannot use network filesystem for db files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ceiling = NVMe array capacity (10 TB target = $2K–$8K hardware today)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17720" y="777240"/>
            <a:ext cx="4251960" cy="4114800"/>
          </a:xfrm>
          <a:prstGeom prst="roundRect">
            <a:avLst>
              <a:gd name="adj" fmla="val 2222"/>
            </a:avLst>
          </a:prstGeom>
          <a:solidFill>
            <a:srgbClr val="1E2B40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27448" y="8503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(Non-Negotiable)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7448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size ceiling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0" y="1234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Hard. Storage array size. No dynamic expansion.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27448" y="17373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single-writer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writes serialised through one write lock. No parallel mutation paths.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27448" y="2240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linear scan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spatial queries in current prototype. Must replace before scale.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27448" y="2743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protocol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is local callback only. MMO requires custom transport.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7448" y="3246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path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32461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produce pixels. Render feed = byte deltas, not frames.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27448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16-byte block format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7490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Fixed. Changing it requires migrating the entire world image.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7448" y="4251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io_uring stubbed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O_DIRECT, io_uring not wired. All I/O goes through Python stdlib.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Verdict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236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29768" y="16459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9768" y="192024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Genuinely interesting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" y="2423160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world addressing, NVMe-native I/O, and dual-array separation are architecturally sound ideas that map well to where hardware is heading.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236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10128" y="16459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PRODUCT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10128" y="192024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10128" y="2423160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market validation, no game shipped, no GPU pipeline, no network layer. Would not survive due diligence from a studio or investor today.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8229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236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90488" y="16459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PORTFOLIO SIGNAL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90488" y="192024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0488" y="2423160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systems thinking at the right level of abstraction. Shows you can reason about storage, replication, and crash safety — exactly what AAA engine teams evaluate.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20624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Don't build more engine. Talk to 5 studios. Pitch the concept. See if anyone says 'I would pay for this' — or not.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Block-Image MMO Engine — Honest Assessment</dc:title>
  <dc:subject>PptxGenJS Presentation</dc:subject>
  <dc:creator>PptxGenJS</dc:creator>
  <cp:lastModifiedBy>PptxGenJS</cp:lastModifiedBy>
  <cp:revision>1</cp:revision>
  <dcterms:created xsi:type="dcterms:W3CDTF">2026-06-20T18:46:33Z</dcterms:created>
  <dcterms:modified xsi:type="dcterms:W3CDTF">2026-06-20T18:46:33Z</dcterms:modified>
</cp:coreProperties>
</file>